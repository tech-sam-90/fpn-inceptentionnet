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Helvetica" charset="1" panose="020B0504020202020204"/>
      <p:regular r:id="rId20"/>
    </p:embeddedFont>
    <p:embeddedFont>
      <p:font typeface="Montserrat" charset="1" panose="00000500000000000000"/>
      <p:regular r:id="rId21"/>
    </p:embeddedFont>
    <p:embeddedFont>
      <p:font typeface="League Spartan" charset="1" panose="00000800000000000000"/>
      <p:regular r:id="rId22"/>
    </p:embeddedFont>
    <p:embeddedFont>
      <p:font typeface="Open Sans Light" charset="1" panose="000000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fonts/font27.fntdata" Type="http://schemas.openxmlformats.org/officeDocument/2006/relationships/font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33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</a:p>
          <a:p>
            <a:r>
              <a:rPr lang="en-US"/>
              <a:t>Main title: 40 pt. Arial</a:t>
            </a:r>
          </a:p>
          <a:p>
            <a:r>
              <a:rPr lang="en-US"/>
              <a:t/>
            </a:r>
          </a:p>
          <a:p>
            <a:r>
              <a:rPr lang="en-US"/>
              <a:t>Presenter Name: 16 pt. Arial</a:t>
            </a:r>
          </a:p>
          <a:p>
            <a:r>
              <a:rPr lang="en-US"/>
              <a:t>Presenters Title: 16 pt. Arial Italic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4.jpeg" Type="http://schemas.openxmlformats.org/officeDocument/2006/relationships/image"/><Relationship Id="rId5" Target="../media/image1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10.jpe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9.pn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10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7597778" y="2092328"/>
            <a:ext cx="120653" cy="15316200"/>
            <a:chOff x="0" y="0"/>
            <a:chExt cx="160871" cy="20421600"/>
          </a:xfrm>
        </p:grpSpPr>
        <p:sp>
          <p:nvSpPr>
            <p:cNvPr name="Freeform 3" id="3" descr="_Plaid-Digital_FINAL-NEW.png"/>
            <p:cNvSpPr/>
            <p:nvPr/>
          </p:nvSpPr>
          <p:spPr>
            <a:xfrm flipH="false" flipV="false" rot="0">
              <a:off x="0" y="0"/>
              <a:ext cx="160909" cy="20421600"/>
            </a:xfrm>
            <a:custGeom>
              <a:avLst/>
              <a:gdLst/>
              <a:ahLst/>
              <a:cxnLst/>
              <a:rect r="r" b="b" t="t" l="l"/>
              <a:pathLst>
                <a:path h="20421600" w="160909">
                  <a:moveTo>
                    <a:pt x="0" y="0"/>
                  </a:moveTo>
                  <a:lnTo>
                    <a:pt x="160909" y="0"/>
                  </a:lnTo>
                  <a:lnTo>
                    <a:pt x="160909" y="20421600"/>
                  </a:lnTo>
                  <a:lnTo>
                    <a:pt x="0" y="2042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746179" t="-27381" r="-7199463" b="-379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7597778" y="2092328"/>
            <a:ext cx="120653" cy="15316200"/>
            <a:chOff x="0" y="0"/>
            <a:chExt cx="160871" cy="20421600"/>
          </a:xfrm>
        </p:grpSpPr>
        <p:sp>
          <p:nvSpPr>
            <p:cNvPr name="Freeform 5" id="5" descr="_Plaid-Digital_FINAL-NEW.png"/>
            <p:cNvSpPr/>
            <p:nvPr/>
          </p:nvSpPr>
          <p:spPr>
            <a:xfrm flipH="false" flipV="false" rot="0">
              <a:off x="0" y="0"/>
              <a:ext cx="160909" cy="20421600"/>
            </a:xfrm>
            <a:custGeom>
              <a:avLst/>
              <a:gdLst/>
              <a:ahLst/>
              <a:cxnLst/>
              <a:rect r="r" b="b" t="t" l="l"/>
              <a:pathLst>
                <a:path h="20421600" w="160909">
                  <a:moveTo>
                    <a:pt x="0" y="0"/>
                  </a:moveTo>
                  <a:lnTo>
                    <a:pt x="160909" y="0"/>
                  </a:lnTo>
                  <a:lnTo>
                    <a:pt x="160909" y="20421600"/>
                  </a:lnTo>
                  <a:lnTo>
                    <a:pt x="0" y="2042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746179" t="-27381" r="-7199463" b="-379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544800" y="8496300"/>
            <a:ext cx="2309184" cy="1472784"/>
            <a:chOff x="0" y="0"/>
            <a:chExt cx="3078912" cy="19637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78861" cy="1963674"/>
            </a:xfrm>
            <a:custGeom>
              <a:avLst/>
              <a:gdLst/>
              <a:ahLst/>
              <a:cxnLst/>
              <a:rect r="r" b="b" t="t" l="l"/>
              <a:pathLst>
                <a:path h="1963674" w="3078861">
                  <a:moveTo>
                    <a:pt x="0" y="0"/>
                  </a:moveTo>
                  <a:lnTo>
                    <a:pt x="3078861" y="0"/>
                  </a:lnTo>
                  <a:lnTo>
                    <a:pt x="3078861" y="1963674"/>
                  </a:lnTo>
                  <a:lnTo>
                    <a:pt x="0" y="1963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7160221" y="217808"/>
            <a:ext cx="830932" cy="46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40"/>
              </a:lnSpc>
            </a:pPr>
            <a:r>
              <a:rPr lang="en-US" sz="2200">
                <a:solidFill>
                  <a:srgbClr val="7F7F7F"/>
                </a:solidFill>
                <a:latin typeface="Helvetica"/>
                <a:ea typeface="Helvetica"/>
                <a:cs typeface="Helvetica"/>
                <a:sym typeface="Helvetica"/>
              </a:rPr>
              <a:t>‹#›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BB0027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419600" y="1790700"/>
            <a:ext cx="6858000" cy="612772"/>
            <a:chOff x="0" y="0"/>
            <a:chExt cx="9144000" cy="81702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0" cy="816991"/>
            </a:xfrm>
            <a:custGeom>
              <a:avLst/>
              <a:gdLst/>
              <a:ahLst/>
              <a:cxnLst/>
              <a:rect r="r" b="b" t="t" l="l"/>
              <a:pathLst>
                <a:path h="816991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816991"/>
                  </a:lnTo>
                  <a:lnTo>
                    <a:pt x="0" y="816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621" b="-4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0"/>
            <a:ext cx="1581150" cy="10287000"/>
            <a:chOff x="0" y="0"/>
            <a:chExt cx="2108200" cy="13716000"/>
          </a:xfrm>
        </p:grpSpPr>
        <p:sp>
          <p:nvSpPr>
            <p:cNvPr name="Freeform 14" id="14" descr="_Plaid-Digital_FINAL-NEW.png"/>
            <p:cNvSpPr/>
            <p:nvPr/>
          </p:nvSpPr>
          <p:spPr>
            <a:xfrm flipH="false" flipV="false" rot="0">
              <a:off x="0" y="0"/>
              <a:ext cx="2108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108200">
                  <a:moveTo>
                    <a:pt x="0" y="0"/>
                  </a:moveTo>
                  <a:lnTo>
                    <a:pt x="2108200" y="0"/>
                  </a:lnTo>
                  <a:lnTo>
                    <a:pt x="2108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07471" t="-32413" r="-45454" b="-2711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BB0027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419600" y="1790700"/>
            <a:ext cx="6858000" cy="612772"/>
            <a:chOff x="0" y="0"/>
            <a:chExt cx="9144000" cy="81702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44000" cy="816991"/>
            </a:xfrm>
            <a:custGeom>
              <a:avLst/>
              <a:gdLst/>
              <a:ahLst/>
              <a:cxnLst/>
              <a:rect r="r" b="b" t="t" l="l"/>
              <a:pathLst>
                <a:path h="816991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816991"/>
                  </a:lnTo>
                  <a:lnTo>
                    <a:pt x="0" y="816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621" b="-4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14400" y="0"/>
            <a:ext cx="1581150" cy="10287000"/>
            <a:chOff x="0" y="0"/>
            <a:chExt cx="2108200" cy="13716000"/>
          </a:xfrm>
        </p:grpSpPr>
        <p:sp>
          <p:nvSpPr>
            <p:cNvPr name="Freeform 20" id="20" descr="_Plaid-Digital_FINAL-NEW.png"/>
            <p:cNvSpPr/>
            <p:nvPr/>
          </p:nvSpPr>
          <p:spPr>
            <a:xfrm flipH="false" flipV="false" rot="0">
              <a:off x="0" y="0"/>
              <a:ext cx="2108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108200">
                  <a:moveTo>
                    <a:pt x="0" y="0"/>
                  </a:moveTo>
                  <a:lnTo>
                    <a:pt x="2108200" y="0"/>
                  </a:lnTo>
                  <a:lnTo>
                    <a:pt x="2108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07471" t="-32413" r="-45454" b="-2711"/>
              </a:stretch>
            </a:blipFill>
          </p:spPr>
        </p:sp>
      </p:grpSp>
      <p:sp>
        <p:nvSpPr>
          <p:cNvPr name="AutoShape 21" id="21"/>
          <p:cNvSpPr/>
          <p:nvPr/>
        </p:nvSpPr>
        <p:spPr>
          <a:xfrm rot="5940">
            <a:off x="4410065" y="7424738"/>
            <a:ext cx="10991869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4852807" y="7727142"/>
            <a:ext cx="1184658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								22/04/2026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312347" y="3676594"/>
            <a:ext cx="14847874" cy="1860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34"/>
              </a:lnSpc>
            </a:pPr>
            <a:r>
              <a:rPr lang="en-US" sz="411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FPN-Mamba: A Feature Pyramid Network with</a:t>
            </a:r>
          </a:p>
          <a:p>
            <a:pPr algn="ctr">
              <a:lnSpc>
                <a:spcPts val="4934"/>
              </a:lnSpc>
            </a:pPr>
            <a:r>
              <a:rPr lang="en-US" sz="411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Bidirectional State Space Models for</a:t>
            </a:r>
          </a:p>
          <a:p>
            <a:pPr algn="ctr">
              <a:lnSpc>
                <a:spcPts val="4934"/>
              </a:lnSpc>
              <a:spcBef>
                <a:spcPct val="0"/>
              </a:spcBef>
            </a:pPr>
            <a:r>
              <a:rPr lang="en-US" sz="411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Medulloblastoma Classification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729102" y="6233126"/>
            <a:ext cx="1184658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Adetoro Damilola | Adeniji Samuel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44800" y="8496300"/>
            <a:ext cx="2309184" cy="1472784"/>
            <a:chOff x="0" y="0"/>
            <a:chExt cx="3078912" cy="19637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78861" cy="1963674"/>
            </a:xfrm>
            <a:custGeom>
              <a:avLst/>
              <a:gdLst/>
              <a:ahLst/>
              <a:cxnLst/>
              <a:rect r="r" b="b" t="t" l="l"/>
              <a:pathLst>
                <a:path h="1963674" w="3078861">
                  <a:moveTo>
                    <a:pt x="0" y="0"/>
                  </a:moveTo>
                  <a:lnTo>
                    <a:pt x="3078861" y="0"/>
                  </a:lnTo>
                  <a:lnTo>
                    <a:pt x="3078861" y="1963674"/>
                  </a:lnTo>
                  <a:lnTo>
                    <a:pt x="0" y="1963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-1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5400000">
            <a:off x="11913076" y="2714093"/>
            <a:ext cx="8307033" cy="2878846"/>
          </a:xfrm>
          <a:custGeom>
            <a:avLst/>
            <a:gdLst/>
            <a:ahLst/>
            <a:cxnLst/>
            <a:rect r="r" b="b" t="t" l="l"/>
            <a:pathLst>
              <a:path h="2878846" w="8307033">
                <a:moveTo>
                  <a:pt x="0" y="0"/>
                </a:moveTo>
                <a:lnTo>
                  <a:pt x="8307033" y="0"/>
                </a:lnTo>
                <a:lnTo>
                  <a:pt x="8307033" y="2878846"/>
                </a:lnTo>
                <a:lnTo>
                  <a:pt x="0" y="28788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316" t="-10708" r="0" b="-10708"/>
            </a:stretch>
          </a:blipFill>
        </p:spPr>
      </p:sp>
      <p:grpSp>
        <p:nvGrpSpPr>
          <p:cNvPr name="Group 5" id="5"/>
          <p:cNvGrpSpPr/>
          <p:nvPr/>
        </p:nvGrpSpPr>
        <p:grpSpPr>
          <a:xfrm rot="5400000">
            <a:off x="7597778" y="2092328"/>
            <a:ext cx="120653" cy="15316200"/>
            <a:chOff x="0" y="0"/>
            <a:chExt cx="160871" cy="20421600"/>
          </a:xfrm>
        </p:grpSpPr>
        <p:sp>
          <p:nvSpPr>
            <p:cNvPr name="Freeform 6" id="6" descr="_Plaid-Digital_FINAL-NEW.png"/>
            <p:cNvSpPr/>
            <p:nvPr/>
          </p:nvSpPr>
          <p:spPr>
            <a:xfrm flipH="false" flipV="false" rot="0">
              <a:off x="0" y="0"/>
              <a:ext cx="160909" cy="20421600"/>
            </a:xfrm>
            <a:custGeom>
              <a:avLst/>
              <a:gdLst/>
              <a:ahLst/>
              <a:cxnLst/>
              <a:rect r="r" b="b" t="t" l="l"/>
              <a:pathLst>
                <a:path h="20421600" w="160909">
                  <a:moveTo>
                    <a:pt x="0" y="0"/>
                  </a:moveTo>
                  <a:lnTo>
                    <a:pt x="160909" y="0"/>
                  </a:lnTo>
                  <a:lnTo>
                    <a:pt x="160909" y="20421600"/>
                  </a:lnTo>
                  <a:lnTo>
                    <a:pt x="0" y="2042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0746179" t="-27381" r="-7199463" b="-3794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028700" y="1319001"/>
            <a:ext cx="15037892" cy="7913691"/>
          </a:xfrm>
          <a:custGeom>
            <a:avLst/>
            <a:gdLst/>
            <a:ahLst/>
            <a:cxnLst/>
            <a:rect r="r" b="b" t="t" l="l"/>
            <a:pathLst>
              <a:path h="7913691" w="15037892">
                <a:moveTo>
                  <a:pt x="0" y="0"/>
                </a:moveTo>
                <a:lnTo>
                  <a:pt x="15037892" y="0"/>
                </a:lnTo>
                <a:lnTo>
                  <a:pt x="15037892" y="7913691"/>
                </a:lnTo>
                <a:lnTo>
                  <a:pt x="0" y="79136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7597778" y="2092328"/>
            <a:ext cx="120653" cy="15316200"/>
            <a:chOff x="0" y="0"/>
            <a:chExt cx="160871" cy="20421600"/>
          </a:xfrm>
        </p:grpSpPr>
        <p:sp>
          <p:nvSpPr>
            <p:cNvPr name="Freeform 3" id="3" descr="_Plaid-Digital_FINAL-NEW.png"/>
            <p:cNvSpPr/>
            <p:nvPr/>
          </p:nvSpPr>
          <p:spPr>
            <a:xfrm flipH="false" flipV="false" rot="0">
              <a:off x="0" y="0"/>
              <a:ext cx="160909" cy="20421600"/>
            </a:xfrm>
            <a:custGeom>
              <a:avLst/>
              <a:gdLst/>
              <a:ahLst/>
              <a:cxnLst/>
              <a:rect r="r" b="b" t="t" l="l"/>
              <a:pathLst>
                <a:path h="20421600" w="160909">
                  <a:moveTo>
                    <a:pt x="0" y="0"/>
                  </a:moveTo>
                  <a:lnTo>
                    <a:pt x="160909" y="0"/>
                  </a:lnTo>
                  <a:lnTo>
                    <a:pt x="160909" y="20421600"/>
                  </a:lnTo>
                  <a:lnTo>
                    <a:pt x="0" y="2042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746179" t="-27381" r="-7199463" b="-379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7597778" y="2092328"/>
            <a:ext cx="120653" cy="15316200"/>
            <a:chOff x="0" y="0"/>
            <a:chExt cx="160871" cy="20421600"/>
          </a:xfrm>
        </p:grpSpPr>
        <p:sp>
          <p:nvSpPr>
            <p:cNvPr name="Freeform 5" id="5" descr="_Plaid-Digital_FINAL-NEW.png"/>
            <p:cNvSpPr/>
            <p:nvPr/>
          </p:nvSpPr>
          <p:spPr>
            <a:xfrm flipH="false" flipV="false" rot="0">
              <a:off x="0" y="0"/>
              <a:ext cx="160909" cy="20421600"/>
            </a:xfrm>
            <a:custGeom>
              <a:avLst/>
              <a:gdLst/>
              <a:ahLst/>
              <a:cxnLst/>
              <a:rect r="r" b="b" t="t" l="l"/>
              <a:pathLst>
                <a:path h="20421600" w="160909">
                  <a:moveTo>
                    <a:pt x="0" y="0"/>
                  </a:moveTo>
                  <a:lnTo>
                    <a:pt x="160909" y="0"/>
                  </a:lnTo>
                  <a:lnTo>
                    <a:pt x="160909" y="20421600"/>
                  </a:lnTo>
                  <a:lnTo>
                    <a:pt x="0" y="2042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746179" t="-27381" r="-7199463" b="-379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544800" y="8496300"/>
            <a:ext cx="2309184" cy="1472784"/>
            <a:chOff x="0" y="0"/>
            <a:chExt cx="3078912" cy="19637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78861" cy="1963674"/>
            </a:xfrm>
            <a:custGeom>
              <a:avLst/>
              <a:gdLst/>
              <a:ahLst/>
              <a:cxnLst/>
              <a:rect r="r" b="b" t="t" l="l"/>
              <a:pathLst>
                <a:path h="1963674" w="3078861">
                  <a:moveTo>
                    <a:pt x="0" y="0"/>
                  </a:moveTo>
                  <a:lnTo>
                    <a:pt x="3078861" y="0"/>
                  </a:lnTo>
                  <a:lnTo>
                    <a:pt x="3078861" y="1963674"/>
                  </a:lnTo>
                  <a:lnTo>
                    <a:pt x="0" y="1963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439745" y="2077293"/>
            <a:ext cx="12876459" cy="6132414"/>
          </a:xfrm>
          <a:custGeom>
            <a:avLst/>
            <a:gdLst/>
            <a:ahLst/>
            <a:cxnLst/>
            <a:rect r="r" b="b" t="t" l="l"/>
            <a:pathLst>
              <a:path h="6132414" w="12876459">
                <a:moveTo>
                  <a:pt x="0" y="0"/>
                </a:moveTo>
                <a:lnTo>
                  <a:pt x="12876460" y="0"/>
                </a:lnTo>
                <a:lnTo>
                  <a:pt x="12876460" y="6132414"/>
                </a:lnTo>
                <a:lnTo>
                  <a:pt x="0" y="61324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736669" y="8169355"/>
            <a:ext cx="8282613" cy="653890"/>
          </a:xfrm>
          <a:custGeom>
            <a:avLst/>
            <a:gdLst/>
            <a:ahLst/>
            <a:cxnLst/>
            <a:rect r="r" b="b" t="t" l="l"/>
            <a:pathLst>
              <a:path h="653890" w="8282613">
                <a:moveTo>
                  <a:pt x="0" y="0"/>
                </a:moveTo>
                <a:lnTo>
                  <a:pt x="8282613" y="0"/>
                </a:lnTo>
                <a:lnTo>
                  <a:pt x="8282613" y="653890"/>
                </a:lnTo>
                <a:lnTo>
                  <a:pt x="0" y="6538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86206" y="1028700"/>
            <a:ext cx="3080899" cy="585625"/>
          </a:xfrm>
          <a:custGeom>
            <a:avLst/>
            <a:gdLst/>
            <a:ahLst/>
            <a:cxnLst/>
            <a:rect r="r" b="b" t="t" l="l"/>
            <a:pathLst>
              <a:path h="585625" w="3080899">
                <a:moveTo>
                  <a:pt x="0" y="0"/>
                </a:moveTo>
                <a:lnTo>
                  <a:pt x="3080900" y="0"/>
                </a:lnTo>
                <a:lnTo>
                  <a:pt x="3080900" y="585625"/>
                </a:lnTo>
                <a:lnTo>
                  <a:pt x="0" y="5856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7597778" y="2092328"/>
            <a:ext cx="120653" cy="15316200"/>
            <a:chOff x="0" y="0"/>
            <a:chExt cx="160871" cy="20421600"/>
          </a:xfrm>
        </p:grpSpPr>
        <p:sp>
          <p:nvSpPr>
            <p:cNvPr name="Freeform 3" id="3" descr="_Plaid-Digital_FINAL-NEW.png"/>
            <p:cNvSpPr/>
            <p:nvPr/>
          </p:nvSpPr>
          <p:spPr>
            <a:xfrm flipH="false" flipV="false" rot="0">
              <a:off x="0" y="0"/>
              <a:ext cx="160909" cy="20421600"/>
            </a:xfrm>
            <a:custGeom>
              <a:avLst/>
              <a:gdLst/>
              <a:ahLst/>
              <a:cxnLst/>
              <a:rect r="r" b="b" t="t" l="l"/>
              <a:pathLst>
                <a:path h="20421600" w="160909">
                  <a:moveTo>
                    <a:pt x="0" y="0"/>
                  </a:moveTo>
                  <a:lnTo>
                    <a:pt x="160909" y="0"/>
                  </a:lnTo>
                  <a:lnTo>
                    <a:pt x="160909" y="20421600"/>
                  </a:lnTo>
                  <a:lnTo>
                    <a:pt x="0" y="2042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746179" t="-27381" r="-7199463" b="-379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7597778" y="2092328"/>
            <a:ext cx="120653" cy="15316200"/>
            <a:chOff x="0" y="0"/>
            <a:chExt cx="160871" cy="20421600"/>
          </a:xfrm>
        </p:grpSpPr>
        <p:sp>
          <p:nvSpPr>
            <p:cNvPr name="Freeform 5" id="5" descr="_Plaid-Digital_FINAL-NEW.png"/>
            <p:cNvSpPr/>
            <p:nvPr/>
          </p:nvSpPr>
          <p:spPr>
            <a:xfrm flipH="false" flipV="false" rot="0">
              <a:off x="0" y="0"/>
              <a:ext cx="160909" cy="20421600"/>
            </a:xfrm>
            <a:custGeom>
              <a:avLst/>
              <a:gdLst/>
              <a:ahLst/>
              <a:cxnLst/>
              <a:rect r="r" b="b" t="t" l="l"/>
              <a:pathLst>
                <a:path h="20421600" w="160909">
                  <a:moveTo>
                    <a:pt x="0" y="0"/>
                  </a:moveTo>
                  <a:lnTo>
                    <a:pt x="160909" y="0"/>
                  </a:lnTo>
                  <a:lnTo>
                    <a:pt x="160909" y="20421600"/>
                  </a:lnTo>
                  <a:lnTo>
                    <a:pt x="0" y="2042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746179" t="-27381" r="-7199463" b="-379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544800" y="8496300"/>
            <a:ext cx="2309184" cy="1472784"/>
            <a:chOff x="0" y="0"/>
            <a:chExt cx="3078912" cy="19637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78861" cy="1963674"/>
            </a:xfrm>
            <a:custGeom>
              <a:avLst/>
              <a:gdLst/>
              <a:ahLst/>
              <a:cxnLst/>
              <a:rect r="r" b="b" t="t" l="l"/>
              <a:pathLst>
                <a:path h="1963674" w="3078861">
                  <a:moveTo>
                    <a:pt x="0" y="0"/>
                  </a:moveTo>
                  <a:lnTo>
                    <a:pt x="3078861" y="0"/>
                  </a:lnTo>
                  <a:lnTo>
                    <a:pt x="3078861" y="1963674"/>
                  </a:lnTo>
                  <a:lnTo>
                    <a:pt x="0" y="1963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842651" y="678199"/>
            <a:ext cx="16733036" cy="8805760"/>
          </a:xfrm>
          <a:custGeom>
            <a:avLst/>
            <a:gdLst/>
            <a:ahLst/>
            <a:cxnLst/>
            <a:rect r="r" b="b" t="t" l="l"/>
            <a:pathLst>
              <a:path h="8805760" w="16733036">
                <a:moveTo>
                  <a:pt x="0" y="0"/>
                </a:moveTo>
                <a:lnTo>
                  <a:pt x="16733036" y="0"/>
                </a:lnTo>
                <a:lnTo>
                  <a:pt x="16733036" y="8805760"/>
                </a:lnTo>
                <a:lnTo>
                  <a:pt x="0" y="88057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160221" y="217808"/>
            <a:ext cx="830932" cy="46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40"/>
              </a:lnSpc>
            </a:pPr>
            <a:r>
              <a:rPr lang="en-US" sz="2200">
                <a:solidFill>
                  <a:srgbClr val="7F7F7F"/>
                </a:solidFill>
                <a:latin typeface="Helvetica"/>
                <a:ea typeface="Helvetica"/>
                <a:cs typeface="Helvetica"/>
                <a:sym typeface="Helvetica"/>
              </a:rPr>
              <a:t>‹#›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7597778" y="2092328"/>
            <a:ext cx="120653" cy="15316200"/>
            <a:chOff x="0" y="0"/>
            <a:chExt cx="160871" cy="20421600"/>
          </a:xfrm>
        </p:grpSpPr>
        <p:sp>
          <p:nvSpPr>
            <p:cNvPr name="Freeform 3" id="3" descr="_Plaid-Digital_FINAL-NEW.png"/>
            <p:cNvSpPr/>
            <p:nvPr/>
          </p:nvSpPr>
          <p:spPr>
            <a:xfrm flipH="false" flipV="false" rot="0">
              <a:off x="0" y="0"/>
              <a:ext cx="160909" cy="20421600"/>
            </a:xfrm>
            <a:custGeom>
              <a:avLst/>
              <a:gdLst/>
              <a:ahLst/>
              <a:cxnLst/>
              <a:rect r="r" b="b" t="t" l="l"/>
              <a:pathLst>
                <a:path h="20421600" w="160909">
                  <a:moveTo>
                    <a:pt x="0" y="0"/>
                  </a:moveTo>
                  <a:lnTo>
                    <a:pt x="160909" y="0"/>
                  </a:lnTo>
                  <a:lnTo>
                    <a:pt x="160909" y="20421600"/>
                  </a:lnTo>
                  <a:lnTo>
                    <a:pt x="0" y="2042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746179" t="-27381" r="-7199463" b="-379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7597778" y="2092328"/>
            <a:ext cx="120653" cy="15316200"/>
            <a:chOff x="0" y="0"/>
            <a:chExt cx="160871" cy="20421600"/>
          </a:xfrm>
        </p:grpSpPr>
        <p:sp>
          <p:nvSpPr>
            <p:cNvPr name="Freeform 5" id="5" descr="_Plaid-Digital_FINAL-NEW.png"/>
            <p:cNvSpPr/>
            <p:nvPr/>
          </p:nvSpPr>
          <p:spPr>
            <a:xfrm flipH="false" flipV="false" rot="0">
              <a:off x="0" y="0"/>
              <a:ext cx="160909" cy="20421600"/>
            </a:xfrm>
            <a:custGeom>
              <a:avLst/>
              <a:gdLst/>
              <a:ahLst/>
              <a:cxnLst/>
              <a:rect r="r" b="b" t="t" l="l"/>
              <a:pathLst>
                <a:path h="20421600" w="160909">
                  <a:moveTo>
                    <a:pt x="0" y="0"/>
                  </a:moveTo>
                  <a:lnTo>
                    <a:pt x="160909" y="0"/>
                  </a:lnTo>
                  <a:lnTo>
                    <a:pt x="160909" y="20421600"/>
                  </a:lnTo>
                  <a:lnTo>
                    <a:pt x="0" y="2042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746179" t="-27381" r="-7199463" b="-379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544800" y="8496300"/>
            <a:ext cx="2309184" cy="1472784"/>
            <a:chOff x="0" y="0"/>
            <a:chExt cx="3078912" cy="19637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78861" cy="1963674"/>
            </a:xfrm>
            <a:custGeom>
              <a:avLst/>
              <a:gdLst/>
              <a:ahLst/>
              <a:cxnLst/>
              <a:rect r="r" b="b" t="t" l="l"/>
              <a:pathLst>
                <a:path h="1963674" w="3078861">
                  <a:moveTo>
                    <a:pt x="0" y="0"/>
                  </a:moveTo>
                  <a:lnTo>
                    <a:pt x="3078861" y="0"/>
                  </a:lnTo>
                  <a:lnTo>
                    <a:pt x="3078861" y="1963674"/>
                  </a:lnTo>
                  <a:lnTo>
                    <a:pt x="0" y="1963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2452635" y="13105628"/>
            <a:ext cx="559765" cy="554003"/>
            <a:chOff x="0" y="0"/>
            <a:chExt cx="746354" cy="7386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46355" cy="738664"/>
            </a:xfrm>
            <a:custGeom>
              <a:avLst/>
              <a:gdLst/>
              <a:ahLst/>
              <a:cxnLst/>
              <a:rect r="r" b="b" t="t" l="l"/>
              <a:pathLst>
                <a:path h="738664" w="746355">
                  <a:moveTo>
                    <a:pt x="0" y="0"/>
                  </a:moveTo>
                  <a:lnTo>
                    <a:pt x="746355" y="0"/>
                  </a:lnTo>
                  <a:lnTo>
                    <a:pt x="746355" y="738664"/>
                  </a:lnTo>
                  <a:lnTo>
                    <a:pt x="0" y="73866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6982" t="0" r="-7698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746354" cy="72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400">
                  <a:solidFill>
                    <a:srgbClr val="888888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‹#›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2757435" y="13410428"/>
            <a:ext cx="559765" cy="554003"/>
            <a:chOff x="0" y="0"/>
            <a:chExt cx="746354" cy="7386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46355" cy="738664"/>
            </a:xfrm>
            <a:custGeom>
              <a:avLst/>
              <a:gdLst/>
              <a:ahLst/>
              <a:cxnLst/>
              <a:rect r="r" b="b" t="t" l="l"/>
              <a:pathLst>
                <a:path h="738664" w="746355">
                  <a:moveTo>
                    <a:pt x="0" y="0"/>
                  </a:moveTo>
                  <a:lnTo>
                    <a:pt x="746355" y="0"/>
                  </a:lnTo>
                  <a:lnTo>
                    <a:pt x="746355" y="738664"/>
                  </a:lnTo>
                  <a:lnTo>
                    <a:pt x="0" y="73866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6982" t="0" r="-76982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746354" cy="72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400">
                  <a:solidFill>
                    <a:srgbClr val="888888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‹#›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3062235" y="13715228"/>
            <a:ext cx="559765" cy="554003"/>
            <a:chOff x="0" y="0"/>
            <a:chExt cx="746354" cy="73867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46355" cy="738664"/>
            </a:xfrm>
            <a:custGeom>
              <a:avLst/>
              <a:gdLst/>
              <a:ahLst/>
              <a:cxnLst/>
              <a:rect r="r" b="b" t="t" l="l"/>
              <a:pathLst>
                <a:path h="738664" w="746355">
                  <a:moveTo>
                    <a:pt x="0" y="0"/>
                  </a:moveTo>
                  <a:lnTo>
                    <a:pt x="746355" y="0"/>
                  </a:lnTo>
                  <a:lnTo>
                    <a:pt x="746355" y="738664"/>
                  </a:lnTo>
                  <a:lnTo>
                    <a:pt x="0" y="73866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6982" t="0" r="-76982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9525"/>
              <a:ext cx="746354" cy="72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400">
                  <a:solidFill>
                    <a:srgbClr val="888888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‹#›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845958" y="641812"/>
            <a:ext cx="16596083" cy="9003375"/>
          </a:xfrm>
          <a:custGeom>
            <a:avLst/>
            <a:gdLst/>
            <a:ahLst/>
            <a:cxnLst/>
            <a:rect r="r" b="b" t="t" l="l"/>
            <a:pathLst>
              <a:path h="9003375" w="16596083">
                <a:moveTo>
                  <a:pt x="0" y="0"/>
                </a:moveTo>
                <a:lnTo>
                  <a:pt x="16596084" y="0"/>
                </a:lnTo>
                <a:lnTo>
                  <a:pt x="16596084" y="9003376"/>
                </a:lnTo>
                <a:lnTo>
                  <a:pt x="0" y="90033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823307"/>
            <a:ext cx="17588760" cy="9278071"/>
          </a:xfrm>
          <a:custGeom>
            <a:avLst/>
            <a:gdLst/>
            <a:ahLst/>
            <a:cxnLst/>
            <a:rect r="r" b="b" t="t" l="l"/>
            <a:pathLst>
              <a:path h="9278071" w="17588760">
                <a:moveTo>
                  <a:pt x="0" y="0"/>
                </a:moveTo>
                <a:lnTo>
                  <a:pt x="17588760" y="0"/>
                </a:lnTo>
                <a:lnTo>
                  <a:pt x="17588760" y="9278071"/>
                </a:lnTo>
                <a:lnTo>
                  <a:pt x="0" y="92780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7597778" y="2092328"/>
            <a:ext cx="120653" cy="15316200"/>
            <a:chOff x="0" y="0"/>
            <a:chExt cx="160871" cy="20421600"/>
          </a:xfrm>
        </p:grpSpPr>
        <p:sp>
          <p:nvSpPr>
            <p:cNvPr name="Freeform 3" id="3" descr="_Plaid-Digital_FINAL-NEW.png"/>
            <p:cNvSpPr/>
            <p:nvPr/>
          </p:nvSpPr>
          <p:spPr>
            <a:xfrm flipH="false" flipV="false" rot="0">
              <a:off x="0" y="0"/>
              <a:ext cx="160909" cy="20421600"/>
            </a:xfrm>
            <a:custGeom>
              <a:avLst/>
              <a:gdLst/>
              <a:ahLst/>
              <a:cxnLst/>
              <a:rect r="r" b="b" t="t" l="l"/>
              <a:pathLst>
                <a:path h="20421600" w="160909">
                  <a:moveTo>
                    <a:pt x="0" y="0"/>
                  </a:moveTo>
                  <a:lnTo>
                    <a:pt x="160909" y="0"/>
                  </a:lnTo>
                  <a:lnTo>
                    <a:pt x="160909" y="20421600"/>
                  </a:lnTo>
                  <a:lnTo>
                    <a:pt x="0" y="2042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746179" t="-27381" r="-7199463" b="-379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7597778" y="2092328"/>
            <a:ext cx="120653" cy="15316200"/>
            <a:chOff x="0" y="0"/>
            <a:chExt cx="160871" cy="20421600"/>
          </a:xfrm>
        </p:grpSpPr>
        <p:sp>
          <p:nvSpPr>
            <p:cNvPr name="Freeform 5" id="5" descr="_Plaid-Digital_FINAL-NEW.png"/>
            <p:cNvSpPr/>
            <p:nvPr/>
          </p:nvSpPr>
          <p:spPr>
            <a:xfrm flipH="false" flipV="false" rot="0">
              <a:off x="0" y="0"/>
              <a:ext cx="160909" cy="20421600"/>
            </a:xfrm>
            <a:custGeom>
              <a:avLst/>
              <a:gdLst/>
              <a:ahLst/>
              <a:cxnLst/>
              <a:rect r="r" b="b" t="t" l="l"/>
              <a:pathLst>
                <a:path h="20421600" w="160909">
                  <a:moveTo>
                    <a:pt x="0" y="0"/>
                  </a:moveTo>
                  <a:lnTo>
                    <a:pt x="160909" y="0"/>
                  </a:lnTo>
                  <a:lnTo>
                    <a:pt x="160909" y="20421600"/>
                  </a:lnTo>
                  <a:lnTo>
                    <a:pt x="0" y="2042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746179" t="-27381" r="-7199463" b="-379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544800" y="8496300"/>
            <a:ext cx="2309184" cy="1472784"/>
            <a:chOff x="0" y="0"/>
            <a:chExt cx="3078912" cy="19637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78861" cy="1963674"/>
            </a:xfrm>
            <a:custGeom>
              <a:avLst/>
              <a:gdLst/>
              <a:ahLst/>
              <a:cxnLst/>
              <a:rect r="r" b="b" t="t" l="l"/>
              <a:pathLst>
                <a:path h="1963674" w="3078861">
                  <a:moveTo>
                    <a:pt x="0" y="0"/>
                  </a:moveTo>
                  <a:lnTo>
                    <a:pt x="3078861" y="0"/>
                  </a:lnTo>
                  <a:lnTo>
                    <a:pt x="3078861" y="1963674"/>
                  </a:lnTo>
                  <a:lnTo>
                    <a:pt x="0" y="1963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678199"/>
            <a:ext cx="3016521" cy="573388"/>
          </a:xfrm>
          <a:custGeom>
            <a:avLst/>
            <a:gdLst/>
            <a:ahLst/>
            <a:cxnLst/>
            <a:rect r="r" b="b" t="t" l="l"/>
            <a:pathLst>
              <a:path h="573388" w="3016521">
                <a:moveTo>
                  <a:pt x="0" y="0"/>
                </a:moveTo>
                <a:lnTo>
                  <a:pt x="3016521" y="0"/>
                </a:lnTo>
                <a:lnTo>
                  <a:pt x="3016521" y="573388"/>
                </a:lnTo>
                <a:lnTo>
                  <a:pt x="0" y="5733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4882706" y="-2145763"/>
            <a:ext cx="26029916" cy="11590315"/>
          </a:xfrm>
          <a:custGeom>
            <a:avLst/>
            <a:gdLst/>
            <a:ahLst/>
            <a:cxnLst/>
            <a:rect r="r" b="b" t="t" l="l"/>
            <a:pathLst>
              <a:path h="11590315" w="26029916">
                <a:moveTo>
                  <a:pt x="0" y="0"/>
                </a:moveTo>
                <a:lnTo>
                  <a:pt x="26029916" y="0"/>
                </a:lnTo>
                <a:lnTo>
                  <a:pt x="26029916" y="11590315"/>
                </a:lnTo>
                <a:lnTo>
                  <a:pt x="0" y="115903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7597778" y="2092328"/>
            <a:ext cx="120653" cy="15316200"/>
            <a:chOff x="0" y="0"/>
            <a:chExt cx="160871" cy="20421600"/>
          </a:xfrm>
        </p:grpSpPr>
        <p:sp>
          <p:nvSpPr>
            <p:cNvPr name="Freeform 3" id="3" descr="_Plaid-Digital_FINAL-NEW.png"/>
            <p:cNvSpPr/>
            <p:nvPr/>
          </p:nvSpPr>
          <p:spPr>
            <a:xfrm flipH="false" flipV="false" rot="0">
              <a:off x="0" y="0"/>
              <a:ext cx="160909" cy="20421600"/>
            </a:xfrm>
            <a:custGeom>
              <a:avLst/>
              <a:gdLst/>
              <a:ahLst/>
              <a:cxnLst/>
              <a:rect r="r" b="b" t="t" l="l"/>
              <a:pathLst>
                <a:path h="20421600" w="160909">
                  <a:moveTo>
                    <a:pt x="0" y="0"/>
                  </a:moveTo>
                  <a:lnTo>
                    <a:pt x="160909" y="0"/>
                  </a:lnTo>
                  <a:lnTo>
                    <a:pt x="160909" y="20421600"/>
                  </a:lnTo>
                  <a:lnTo>
                    <a:pt x="0" y="2042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746179" t="-27381" r="-7199463" b="-379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7597778" y="2092328"/>
            <a:ext cx="120653" cy="15316200"/>
            <a:chOff x="0" y="0"/>
            <a:chExt cx="160871" cy="20421600"/>
          </a:xfrm>
        </p:grpSpPr>
        <p:sp>
          <p:nvSpPr>
            <p:cNvPr name="Freeform 5" id="5" descr="_Plaid-Digital_FINAL-NEW.png"/>
            <p:cNvSpPr/>
            <p:nvPr/>
          </p:nvSpPr>
          <p:spPr>
            <a:xfrm flipH="false" flipV="false" rot="0">
              <a:off x="0" y="0"/>
              <a:ext cx="160909" cy="20421600"/>
            </a:xfrm>
            <a:custGeom>
              <a:avLst/>
              <a:gdLst/>
              <a:ahLst/>
              <a:cxnLst/>
              <a:rect r="r" b="b" t="t" l="l"/>
              <a:pathLst>
                <a:path h="20421600" w="160909">
                  <a:moveTo>
                    <a:pt x="0" y="0"/>
                  </a:moveTo>
                  <a:lnTo>
                    <a:pt x="160909" y="0"/>
                  </a:lnTo>
                  <a:lnTo>
                    <a:pt x="160909" y="20421600"/>
                  </a:lnTo>
                  <a:lnTo>
                    <a:pt x="0" y="2042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746179" t="-27381" r="-7199463" b="-379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544800" y="8496300"/>
            <a:ext cx="2309184" cy="1472784"/>
            <a:chOff x="0" y="0"/>
            <a:chExt cx="3078912" cy="19637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78861" cy="1963674"/>
            </a:xfrm>
            <a:custGeom>
              <a:avLst/>
              <a:gdLst/>
              <a:ahLst/>
              <a:cxnLst/>
              <a:rect r="r" b="b" t="t" l="l"/>
              <a:pathLst>
                <a:path h="1963674" w="3078861">
                  <a:moveTo>
                    <a:pt x="0" y="0"/>
                  </a:moveTo>
                  <a:lnTo>
                    <a:pt x="3078861" y="0"/>
                  </a:lnTo>
                  <a:lnTo>
                    <a:pt x="3078861" y="1963674"/>
                  </a:lnTo>
                  <a:lnTo>
                    <a:pt x="0" y="1963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841779" y="678199"/>
            <a:ext cx="16539853" cy="8580101"/>
          </a:xfrm>
          <a:custGeom>
            <a:avLst/>
            <a:gdLst/>
            <a:ahLst/>
            <a:cxnLst/>
            <a:rect r="r" b="b" t="t" l="l"/>
            <a:pathLst>
              <a:path h="8580101" w="16539853">
                <a:moveTo>
                  <a:pt x="0" y="0"/>
                </a:moveTo>
                <a:lnTo>
                  <a:pt x="16539853" y="0"/>
                </a:lnTo>
                <a:lnTo>
                  <a:pt x="16539853" y="8580101"/>
                </a:lnTo>
                <a:lnTo>
                  <a:pt x="0" y="85801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86" t="0" r="-486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7597778" y="2092328"/>
            <a:ext cx="120653" cy="15316200"/>
            <a:chOff x="0" y="0"/>
            <a:chExt cx="160871" cy="20421600"/>
          </a:xfrm>
        </p:grpSpPr>
        <p:sp>
          <p:nvSpPr>
            <p:cNvPr name="Freeform 3" id="3" descr="_Plaid-Digital_FINAL-NEW.png"/>
            <p:cNvSpPr/>
            <p:nvPr/>
          </p:nvSpPr>
          <p:spPr>
            <a:xfrm flipH="false" flipV="false" rot="0">
              <a:off x="0" y="0"/>
              <a:ext cx="160909" cy="20421600"/>
            </a:xfrm>
            <a:custGeom>
              <a:avLst/>
              <a:gdLst/>
              <a:ahLst/>
              <a:cxnLst/>
              <a:rect r="r" b="b" t="t" l="l"/>
              <a:pathLst>
                <a:path h="20421600" w="160909">
                  <a:moveTo>
                    <a:pt x="0" y="0"/>
                  </a:moveTo>
                  <a:lnTo>
                    <a:pt x="160909" y="0"/>
                  </a:lnTo>
                  <a:lnTo>
                    <a:pt x="160909" y="20421600"/>
                  </a:lnTo>
                  <a:lnTo>
                    <a:pt x="0" y="2042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746179" t="-27381" r="-7199463" b="-379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7597778" y="2092328"/>
            <a:ext cx="120653" cy="15316200"/>
            <a:chOff x="0" y="0"/>
            <a:chExt cx="160871" cy="20421600"/>
          </a:xfrm>
        </p:grpSpPr>
        <p:sp>
          <p:nvSpPr>
            <p:cNvPr name="Freeform 5" id="5" descr="_Plaid-Digital_FINAL-NEW.png"/>
            <p:cNvSpPr/>
            <p:nvPr/>
          </p:nvSpPr>
          <p:spPr>
            <a:xfrm flipH="false" flipV="false" rot="0">
              <a:off x="0" y="0"/>
              <a:ext cx="160909" cy="20421600"/>
            </a:xfrm>
            <a:custGeom>
              <a:avLst/>
              <a:gdLst/>
              <a:ahLst/>
              <a:cxnLst/>
              <a:rect r="r" b="b" t="t" l="l"/>
              <a:pathLst>
                <a:path h="20421600" w="160909">
                  <a:moveTo>
                    <a:pt x="0" y="0"/>
                  </a:moveTo>
                  <a:lnTo>
                    <a:pt x="160909" y="0"/>
                  </a:lnTo>
                  <a:lnTo>
                    <a:pt x="160909" y="20421600"/>
                  </a:lnTo>
                  <a:lnTo>
                    <a:pt x="0" y="2042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746179" t="-27381" r="-7199463" b="-379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544800" y="8496300"/>
            <a:ext cx="2309184" cy="1472784"/>
            <a:chOff x="0" y="0"/>
            <a:chExt cx="3078912" cy="19637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78861" cy="1963674"/>
            </a:xfrm>
            <a:custGeom>
              <a:avLst/>
              <a:gdLst/>
              <a:ahLst/>
              <a:cxnLst/>
              <a:rect r="r" b="b" t="t" l="l"/>
              <a:pathLst>
                <a:path h="1963674" w="3078861">
                  <a:moveTo>
                    <a:pt x="0" y="0"/>
                  </a:moveTo>
                  <a:lnTo>
                    <a:pt x="3078861" y="0"/>
                  </a:lnTo>
                  <a:lnTo>
                    <a:pt x="3078861" y="1963674"/>
                  </a:lnTo>
                  <a:lnTo>
                    <a:pt x="0" y="1963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550745" y="658942"/>
            <a:ext cx="16609476" cy="8969117"/>
          </a:xfrm>
          <a:custGeom>
            <a:avLst/>
            <a:gdLst/>
            <a:ahLst/>
            <a:cxnLst/>
            <a:rect r="r" b="b" t="t" l="l"/>
            <a:pathLst>
              <a:path h="8969117" w="16609476">
                <a:moveTo>
                  <a:pt x="0" y="0"/>
                </a:moveTo>
                <a:lnTo>
                  <a:pt x="16609476" y="0"/>
                </a:lnTo>
                <a:lnTo>
                  <a:pt x="16609476" y="8969116"/>
                </a:lnTo>
                <a:lnTo>
                  <a:pt x="0" y="89691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7597778" y="2092328"/>
            <a:ext cx="120653" cy="15316200"/>
            <a:chOff x="0" y="0"/>
            <a:chExt cx="160871" cy="20421600"/>
          </a:xfrm>
        </p:grpSpPr>
        <p:sp>
          <p:nvSpPr>
            <p:cNvPr name="Freeform 3" id="3" descr="_Plaid-Digital_FINAL-NEW.png"/>
            <p:cNvSpPr/>
            <p:nvPr/>
          </p:nvSpPr>
          <p:spPr>
            <a:xfrm flipH="false" flipV="false" rot="0">
              <a:off x="0" y="0"/>
              <a:ext cx="160909" cy="20421600"/>
            </a:xfrm>
            <a:custGeom>
              <a:avLst/>
              <a:gdLst/>
              <a:ahLst/>
              <a:cxnLst/>
              <a:rect r="r" b="b" t="t" l="l"/>
              <a:pathLst>
                <a:path h="20421600" w="160909">
                  <a:moveTo>
                    <a:pt x="0" y="0"/>
                  </a:moveTo>
                  <a:lnTo>
                    <a:pt x="160909" y="0"/>
                  </a:lnTo>
                  <a:lnTo>
                    <a:pt x="160909" y="20421600"/>
                  </a:lnTo>
                  <a:lnTo>
                    <a:pt x="0" y="2042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746179" t="-27381" r="-7199463" b="-379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7597778" y="2092328"/>
            <a:ext cx="120653" cy="15316200"/>
            <a:chOff x="0" y="0"/>
            <a:chExt cx="160871" cy="20421600"/>
          </a:xfrm>
        </p:grpSpPr>
        <p:sp>
          <p:nvSpPr>
            <p:cNvPr name="Freeform 5" id="5" descr="_Plaid-Digital_FINAL-NEW.png"/>
            <p:cNvSpPr/>
            <p:nvPr/>
          </p:nvSpPr>
          <p:spPr>
            <a:xfrm flipH="false" flipV="false" rot="0">
              <a:off x="0" y="0"/>
              <a:ext cx="160909" cy="20421600"/>
            </a:xfrm>
            <a:custGeom>
              <a:avLst/>
              <a:gdLst/>
              <a:ahLst/>
              <a:cxnLst/>
              <a:rect r="r" b="b" t="t" l="l"/>
              <a:pathLst>
                <a:path h="20421600" w="160909">
                  <a:moveTo>
                    <a:pt x="0" y="0"/>
                  </a:moveTo>
                  <a:lnTo>
                    <a:pt x="160909" y="0"/>
                  </a:lnTo>
                  <a:lnTo>
                    <a:pt x="160909" y="20421600"/>
                  </a:lnTo>
                  <a:lnTo>
                    <a:pt x="0" y="2042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746179" t="-27381" r="-7199463" b="-379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544800" y="8496300"/>
            <a:ext cx="2309184" cy="1472784"/>
            <a:chOff x="0" y="0"/>
            <a:chExt cx="3078912" cy="19637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78861" cy="1963674"/>
            </a:xfrm>
            <a:custGeom>
              <a:avLst/>
              <a:gdLst/>
              <a:ahLst/>
              <a:cxnLst/>
              <a:rect r="r" b="b" t="t" l="l"/>
              <a:pathLst>
                <a:path h="1963674" w="3078861">
                  <a:moveTo>
                    <a:pt x="0" y="0"/>
                  </a:moveTo>
                  <a:lnTo>
                    <a:pt x="3078861" y="0"/>
                  </a:lnTo>
                  <a:lnTo>
                    <a:pt x="3078861" y="1963674"/>
                  </a:lnTo>
                  <a:lnTo>
                    <a:pt x="0" y="1963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702931" y="751786"/>
            <a:ext cx="16265607" cy="8783428"/>
          </a:xfrm>
          <a:custGeom>
            <a:avLst/>
            <a:gdLst/>
            <a:ahLst/>
            <a:cxnLst/>
            <a:rect r="r" b="b" t="t" l="l"/>
            <a:pathLst>
              <a:path h="8783428" w="16265607">
                <a:moveTo>
                  <a:pt x="0" y="0"/>
                </a:moveTo>
                <a:lnTo>
                  <a:pt x="16265607" y="0"/>
                </a:lnTo>
                <a:lnTo>
                  <a:pt x="16265607" y="8783428"/>
                </a:lnTo>
                <a:lnTo>
                  <a:pt x="0" y="87834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5400000">
            <a:off x="7597778" y="2092328"/>
            <a:ext cx="120653" cy="15316200"/>
            <a:chOff x="0" y="0"/>
            <a:chExt cx="160871" cy="20421600"/>
          </a:xfrm>
        </p:grpSpPr>
        <p:sp>
          <p:nvSpPr>
            <p:cNvPr name="Freeform 4" id="4" descr="_Plaid-Digital_FINAL-NEW.png"/>
            <p:cNvSpPr/>
            <p:nvPr/>
          </p:nvSpPr>
          <p:spPr>
            <a:xfrm flipH="false" flipV="false" rot="0">
              <a:off x="0" y="0"/>
              <a:ext cx="160909" cy="20421600"/>
            </a:xfrm>
            <a:custGeom>
              <a:avLst/>
              <a:gdLst/>
              <a:ahLst/>
              <a:cxnLst/>
              <a:rect r="r" b="b" t="t" l="l"/>
              <a:pathLst>
                <a:path h="20421600" w="160909">
                  <a:moveTo>
                    <a:pt x="0" y="0"/>
                  </a:moveTo>
                  <a:lnTo>
                    <a:pt x="160909" y="0"/>
                  </a:lnTo>
                  <a:lnTo>
                    <a:pt x="160909" y="20421600"/>
                  </a:lnTo>
                  <a:lnTo>
                    <a:pt x="0" y="2042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746179" t="-27381" r="-7199463" b="-3794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5400000">
            <a:off x="7597778" y="2092328"/>
            <a:ext cx="120653" cy="15316200"/>
            <a:chOff x="0" y="0"/>
            <a:chExt cx="160871" cy="20421600"/>
          </a:xfrm>
        </p:grpSpPr>
        <p:sp>
          <p:nvSpPr>
            <p:cNvPr name="Freeform 6" id="6" descr="_Plaid-Digital_FINAL-NEW.png"/>
            <p:cNvSpPr/>
            <p:nvPr/>
          </p:nvSpPr>
          <p:spPr>
            <a:xfrm flipH="false" flipV="false" rot="0">
              <a:off x="0" y="0"/>
              <a:ext cx="160909" cy="20421600"/>
            </a:xfrm>
            <a:custGeom>
              <a:avLst/>
              <a:gdLst/>
              <a:ahLst/>
              <a:cxnLst/>
              <a:rect r="r" b="b" t="t" l="l"/>
              <a:pathLst>
                <a:path h="20421600" w="160909">
                  <a:moveTo>
                    <a:pt x="0" y="0"/>
                  </a:moveTo>
                  <a:lnTo>
                    <a:pt x="160909" y="0"/>
                  </a:lnTo>
                  <a:lnTo>
                    <a:pt x="160909" y="20421600"/>
                  </a:lnTo>
                  <a:lnTo>
                    <a:pt x="0" y="2042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746179" t="-27381" r="-7199463" b="-3794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544800" y="8496300"/>
            <a:ext cx="2309184" cy="1472784"/>
            <a:chOff x="0" y="0"/>
            <a:chExt cx="3078912" cy="196371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078861" cy="1963674"/>
            </a:xfrm>
            <a:custGeom>
              <a:avLst/>
              <a:gdLst/>
              <a:ahLst/>
              <a:cxnLst/>
              <a:rect r="r" b="b" t="t" l="l"/>
              <a:pathLst>
                <a:path h="1963674" w="3078861">
                  <a:moveTo>
                    <a:pt x="0" y="0"/>
                  </a:moveTo>
                  <a:lnTo>
                    <a:pt x="3078861" y="0"/>
                  </a:lnTo>
                  <a:lnTo>
                    <a:pt x="3078861" y="1963674"/>
                  </a:lnTo>
                  <a:lnTo>
                    <a:pt x="0" y="1963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-1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22452635" y="13105628"/>
            <a:ext cx="559765" cy="554003"/>
            <a:chOff x="0" y="0"/>
            <a:chExt cx="746354" cy="73867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46355" cy="738664"/>
            </a:xfrm>
            <a:custGeom>
              <a:avLst/>
              <a:gdLst/>
              <a:ahLst/>
              <a:cxnLst/>
              <a:rect r="r" b="b" t="t" l="l"/>
              <a:pathLst>
                <a:path h="738664" w="746355">
                  <a:moveTo>
                    <a:pt x="0" y="0"/>
                  </a:moveTo>
                  <a:lnTo>
                    <a:pt x="746355" y="0"/>
                  </a:lnTo>
                  <a:lnTo>
                    <a:pt x="746355" y="738664"/>
                  </a:lnTo>
                  <a:lnTo>
                    <a:pt x="0" y="73866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6982" t="0" r="-76982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746354" cy="72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400">
                  <a:solidFill>
                    <a:srgbClr val="888888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‹#›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2757435" y="13410428"/>
            <a:ext cx="559765" cy="554003"/>
            <a:chOff x="0" y="0"/>
            <a:chExt cx="746354" cy="7386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46355" cy="738664"/>
            </a:xfrm>
            <a:custGeom>
              <a:avLst/>
              <a:gdLst/>
              <a:ahLst/>
              <a:cxnLst/>
              <a:rect r="r" b="b" t="t" l="l"/>
              <a:pathLst>
                <a:path h="738664" w="746355">
                  <a:moveTo>
                    <a:pt x="0" y="0"/>
                  </a:moveTo>
                  <a:lnTo>
                    <a:pt x="746355" y="0"/>
                  </a:lnTo>
                  <a:lnTo>
                    <a:pt x="746355" y="738664"/>
                  </a:lnTo>
                  <a:lnTo>
                    <a:pt x="0" y="73866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6982" t="0" r="-76982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746354" cy="72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400">
                  <a:solidFill>
                    <a:srgbClr val="888888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‹#›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3062235" y="13715228"/>
            <a:ext cx="559765" cy="554003"/>
            <a:chOff x="0" y="0"/>
            <a:chExt cx="746354" cy="7386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46355" cy="738664"/>
            </a:xfrm>
            <a:custGeom>
              <a:avLst/>
              <a:gdLst/>
              <a:ahLst/>
              <a:cxnLst/>
              <a:rect r="r" b="b" t="t" l="l"/>
              <a:pathLst>
                <a:path h="738664" w="746355">
                  <a:moveTo>
                    <a:pt x="0" y="0"/>
                  </a:moveTo>
                  <a:lnTo>
                    <a:pt x="746355" y="0"/>
                  </a:lnTo>
                  <a:lnTo>
                    <a:pt x="746355" y="738664"/>
                  </a:lnTo>
                  <a:lnTo>
                    <a:pt x="0" y="73866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6982" t="0" r="-76982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9525"/>
              <a:ext cx="746354" cy="72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400">
                  <a:solidFill>
                    <a:srgbClr val="888888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‹#›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7160221" y="217808"/>
            <a:ext cx="830932" cy="46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40"/>
              </a:lnSpc>
            </a:pPr>
            <a:r>
              <a:rPr lang="en-US" sz="2200">
                <a:solidFill>
                  <a:srgbClr val="7F7F7F"/>
                </a:solidFill>
                <a:latin typeface="Helvetica"/>
                <a:ea typeface="Helvetica"/>
                <a:cs typeface="Helvetica"/>
                <a:sym typeface="Helvetica"/>
              </a:rPr>
              <a:t>‹#›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0" y="-38100"/>
            <a:ext cx="18288000" cy="10287000"/>
            <a:chOff x="0" y="0"/>
            <a:chExt cx="24384000" cy="13716000"/>
          </a:xfrm>
        </p:grpSpPr>
        <p:sp>
          <p:nvSpPr>
            <p:cNvPr name="Freeform 20" id="20" descr="cmu-desktop-wallpaper-re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7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DAHHla8CZdM</dc:identifier>
  <dcterms:modified xsi:type="dcterms:W3CDTF">2011-08-01T06:04:30Z</dcterms:modified>
  <cp:revision>1</cp:revision>
  <dc:title>ACV_PRESENTATION_V2</dc:title>
</cp:coreProperties>
</file>